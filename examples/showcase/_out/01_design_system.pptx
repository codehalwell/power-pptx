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The power-pptx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Space-aware authoring, design tokens &amp; visual effects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Why this fork exists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Overflow bugs caught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22978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Yes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978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Off-slide shapes auto-fixed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2978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+95%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97316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Zero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Manual cleanup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7316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−100%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What ships in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Pre-flight text fitting via Pillow font metrics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Slide linter with auto-fix for off-slide shapes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Design tokens, slide recipes, Grid + Stack layout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Animations, transitions, and motion paths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Visual effects: shadows, glows, gradients, alpha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1">
                <a:solidFill>
                  <a:srgbClr val="4F46E5"/>
                </a:solidFill>
                <a:latin typeface="Inter"/>
              </a:rPr>
              <a:t>“The new dashboards saved my team a week per sprint.”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— Director of Engineering, Flagship Customer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4F46E5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Built for dynamic generation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4000" b="1" i="0">
                <a:latin typeface="Inter"/>
              </a:rPr>
              <a:t>The pillars</a:t>
            </a:r>
            <a:endParaRPr sz="4000" b="1" i="0">
              <a:latin typeface="Inter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2556933"/>
            <a:ext cx="3522032" cy="271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200" b="1">
                <a:solidFill>
                  <a:srgbClr val="4F46E5"/>
                </a:solidFill>
                <a:latin typeface="Inter"/>
              </a:defRPr>
            </a:pPr>
            <a:r>
              <a:rPr/>
              <a:t>Space-aware</a:t>
            </a:r>
          </a:p>
          <a:p>
            <a:pPr>
              <a:spcBef>
                <a:spcPts val="800"/>
              </a:spcBef>
              <a:defRPr sz="1400">
                <a:solidFill>
                  <a:srgbClr val="334155"/>
                </a:solidFill>
                <a:latin typeface="Inter"/>
              </a:defRPr>
            </a:pPr>
            <a:r>
              <a:t>Text never overflows. Shapes never wander off-slide.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34832" y="2556933"/>
            <a:ext cx="3522032" cy="271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200" b="1">
                <a:solidFill>
                  <a:srgbClr val="4F46E5"/>
                </a:solidFill>
                <a:latin typeface="Inter"/>
              </a:defRPr>
            </a:pPr>
            <a:r>
              <a:rPr/>
              <a:t>Design tokens</a:t>
            </a:r>
          </a:p>
          <a:p>
            <a:pPr>
              <a:spcBef>
                <a:spcPts val="800"/>
              </a:spcBef>
              <a:defRPr sz="1400">
                <a:solidFill>
                  <a:srgbClr val="334155"/>
                </a:solidFill>
                <a:latin typeface="Inter"/>
              </a:defRPr>
            </a:pPr>
            <a:r>
              <a:t>One palette + typography spec drives every recipe.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60063" y="2556933"/>
            <a:ext cx="3522032" cy="271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200" b="1">
                <a:solidFill>
                  <a:srgbClr val="4F46E5"/>
                </a:solidFill>
                <a:latin typeface="Inter"/>
              </a:defRPr>
            </a:pPr>
            <a:r>
              <a:rPr/>
              <a:t>Visual polish</a:t>
            </a:r>
          </a:p>
          <a:p>
            <a:pPr>
              <a:spcBef>
                <a:spcPts val="800"/>
              </a:spcBef>
              <a:defRPr sz="1400">
                <a:solidFill>
                  <a:srgbClr val="334155"/>
                </a:solidFill>
                <a:latin typeface="Inter"/>
              </a:defRPr>
            </a:pPr>
            <a:r>
              <a:t>Shadows, glows, gradients without writing OOXML.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