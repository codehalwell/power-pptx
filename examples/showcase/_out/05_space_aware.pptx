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Pre-flight: TextFrame.fit_text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Same long string, two boxes — left is naive, right uses fit_text.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486400" cy="274320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  <a:effectLst>
            <a:outerShdw blurRad="152400" dist="25400">
              <a:srgbClr val="0F172A">
                <a:alpha val="10000"/>
              </a:srgbClr>
            </a:outerShdw>
          </a:effectLst>
        </p:spPr>
        <p:txBody>
          <a:bodyPr wrap="square" lIns="177800" rIns="177800" tIns="177800" bIns="177800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Q4 2026 Customer Outcomes Review — flagship rollouts, expansion bookings, and headline retention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Naive Pt(36) — overflows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920240"/>
            <a:ext cx="5486400" cy="274320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  <a:effectLst>
            <a:outerShdw blurRad="152400" dist="25400">
              <a:srgbClr val="0F172A">
                <a:alpha val="10000"/>
              </a:srgbClr>
            </a:outerShdw>
          </a:effectLst>
        </p:spPr>
        <p:txBody>
          <a:bodyPr wrap="square" lIns="177800" rIns="177800" tIns="177800" bIns="177800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500" b="1" i="0">
                <a:latin typeface="Inter"/>
              </a:rPr>
              <a:t>Q4 2026 Customer Outcomes Review — flagship rollouts, expansion bookings, and headline retention metrics</a:t>
            </a:r>
            <a:endParaRPr sz="3500" b="1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0" y="4937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fit_text — largest whole-pt that fits the 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Runtime: MSO_AUTO_SIZE.TEXT_TO_FIT_SHAPE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If the user later types more, PowerPoint shrinks rather than overflows.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  <a:effectLst>
            <a:outerShdw blurRad="152400" dist="25400">
              <a:srgbClr val="0F172A">
                <a:alpha val="10000"/>
              </a:srgbClr>
            </a:outerShdw>
          </a:effectLst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0F172A"/>
                </a:solidFill>
                <a:latin typeface="Inter"/>
              </a:defRPr>
            </a:pPr>
            <a:r>
              <a:rPr sz="2200" b="0" i="0">
                <a:latin typeface="Inter"/>
              </a:rPr>
              <a:t>This text frame has auto_size = TEXT_TO_FIT_SHAPE.</a:t>
            </a:r>
            <a:endParaRPr sz="2200" b="0" i="0">
              <a:latin typeface="Inter"/>
            </a:endParaRPr>
          </a:p>
          <a:p>
            <a:pPr>
              <a:defRPr sz="2000">
                <a:solidFill>
                  <a:srgbClr val="0F172A"/>
                </a:solidFill>
                <a:latin typeface="Inter"/>
              </a:defRPr>
            </a:pPr>
            <a:r>
              <a:rPr sz="2200" b="0" i="0">
                <a:latin typeface="Inter"/>
              </a:rPr>
              <a:t>Open the deck in PowerPoint, double-click into this box, and keep typing — the font shrinks instead of overflowing.</a:t>
            </a:r>
            <a:endParaRPr sz="2200" b="0" i="0"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000" b="1" i="0">
                <a:latin typeface="Inter"/>
              </a:rPr>
              <a:t>Linter: catches what slipped through</a:t>
            </a:r>
            <a:endParaRPr sz="3000" b="1" i="0"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An off-slide shape and an overflowing text box — see console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2011680"/>
            <a:ext cx="2286000" cy="2286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rPr/>
              <a:t>off-slide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  <a:effectLst>
            <a:outerShdw blurRad="152400" dist="25400">
              <a:srgbClr val="0F172A">
                <a:alpha val="10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172A"/>
                </a:solidFill>
              </a:defRPr>
            </a:pPr>
            <a:r>
              <a:t>This text is set at 28pt without word-wrapping a long enough string to overflow the height — fit_text would prevent this, but we're skipping it on purpose to show the lint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