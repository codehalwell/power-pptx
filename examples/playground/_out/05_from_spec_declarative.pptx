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2895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E04E39"/>
                </a:solidFill>
                <a:latin typeface="DejaVu Serif"/>
              </a:rPr>
              <a:t>Generated from a 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605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Five slides, no manual layout code, lint-on-save</a:t>
            </a:r>
          </a:p>
        </p:txBody>
      </p:sp>
    </p:spTree>
  </p:cSld>
  <p:clrMapOvr>
    <a:masterClrMapping/>
  </p:clrMapOvr>
  <p:transition>
    <p14:morph xmlns:p14="http://schemas.microsoft.com/office/powerpoint/2010/main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400" b="1">
                <a:solidFill>
                  <a:srgbClr val="E04E39"/>
                </a:solidFill>
                <a:latin typeface="DejaVu Serif"/>
              </a:rPr>
              <a:t>Why declarative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45738" cy="1737360"/>
          </a:xfrm>
          <a:prstGeom prst="roundRect">
            <a:avLst/>
          </a:prstGeom>
          <a:solidFill>
            <a:srgbClr val="FBF5EC"/>
          </a:solidFill>
          <a:ln w="9525">
            <a:solidFill>
              <a:srgbClr val="5C677D"/>
            </a:solidFill>
          </a:ln>
          <a:effectLst>
            <a:outerShdw dist="762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E04E39"/>
                </a:solidFill>
                <a:latin typeface="DejaVu Serif"/>
              </a:rPr>
              <a:t>~12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LoC /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DejaVu Sans"/>
              </a:rPr>
              <a:t>−75%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645920"/>
            <a:ext cx="3545738" cy="1737360"/>
          </a:xfrm>
          <a:prstGeom prst="roundRect">
            <a:avLst/>
          </a:prstGeom>
          <a:solidFill>
            <a:srgbClr val="FBF5EC"/>
          </a:solidFill>
          <a:ln w="9525">
            <a:solidFill>
              <a:srgbClr val="5C677D"/>
            </a:solidFill>
          </a:ln>
          <a:effectLst>
            <a:outerShdw dist="762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22978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E04E39"/>
                </a:solidFill>
                <a:latin typeface="DejaVu Serif"/>
              </a:rPr>
              <a:t>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978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Time to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2978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DejaVu Sans"/>
              </a:rPr>
              <a:t>−90%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545738" cy="1737360"/>
          </a:xfrm>
          <a:prstGeom prst="roundRect">
            <a:avLst/>
          </a:prstGeom>
          <a:solidFill>
            <a:srgbClr val="FBF5EC"/>
          </a:solidFill>
          <a:ln w="9525">
            <a:solidFill>
              <a:srgbClr val="5C677D"/>
            </a:solidFill>
          </a:ln>
          <a:effectLst>
            <a:outerShdw dist="762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97316" y="1874520"/>
            <a:ext cx="3545738" cy="777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E04E39"/>
                </a:solidFill>
                <a:latin typeface="DejaVu Serif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7316" y="2651760"/>
            <a:ext cx="3545738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Lint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7316" y="3017520"/>
            <a:ext cx="3545738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DejaVu Sans"/>
              </a:rPr>
              <a:t>−100%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400" b="1">
                <a:solidFill>
                  <a:srgbClr val="E04E39"/>
                </a:solidFill>
                <a:latin typeface="DejaVu Serif"/>
              </a:rPr>
              <a:t>What `from_spec` 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0B132B"/>
                </a:solidFill>
                <a:latin typeface="DejaVu Sans"/>
              </a:rPr>
              <a:t>•  Recipe-backed layouts: title, bullets, kpi, quote, image_hero.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B132B"/>
                </a:solidFill>
                <a:latin typeface="DejaVu Sans"/>
              </a:rPr>
              <a:t>•  Token palette + typography drive every recipe.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B132B"/>
                </a:solidFill>
                <a:latin typeface="DejaVu Sans"/>
              </a:rPr>
              <a:t>•  Per-slide `transition` field.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B132B"/>
                </a:solidFill>
                <a:latin typeface="DejaVu Sans"/>
              </a:rPr>
              <a:t>•  `lint: "raise"` rejects bad output before save.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0B132B"/>
                </a:solidFill>
                <a:latin typeface="DejaVu Sans"/>
              </a:rPr>
              <a:t>•  Drops to imperative shape construction when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97135" cy="32004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 i="1">
                <a:solidFill>
                  <a:srgbClr val="E04E39"/>
                </a:solidFill>
                <a:latin typeface="DejaVu Serif"/>
              </a:rPr>
              <a:t>“We replaced a 1,200-line deck builder with a 40-line spec generator and our weekly review deck stopped overflowing on the third slide.”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120640"/>
            <a:ext cx="999713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— Staff Engineer, internal 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06040"/>
            <a:ext cx="10362895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4400" b="1">
                <a:solidFill>
                  <a:srgbClr val="E04E39"/>
                </a:solidFill>
                <a:latin typeface="DejaVu Serif"/>
              </a:rPr>
              <a:t>Drop to Python only when you must.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60520"/>
            <a:ext cx="103628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5C677D"/>
                </a:solidFill>
                <a:latin typeface="DejaVu Sans"/>
              </a:rPr>
              <a:t>The spec covers 80% of deck shapes — and `import_slide` covers the rest.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